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8096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00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280160"/>
            <a:ext cx="6583680" cy="4297680"/>
          </a:xfrm>
          <a:prstGeom prst="roundRect">
            <a:avLst>
              <a:gd name="adj" fmla="val 6000"/>
            </a:avLst>
          </a:prstGeom>
          <a:solidFill>
            <a:srgbClr val="001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0"/>
            <a:ext cx="4700016" cy="685800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43800" y="365760"/>
            <a:ext cx="54864" cy="6126480"/>
          </a:xfrm>
          <a:prstGeom prst="rect">
            <a:avLst/>
          </a:prstGeom>
          <a:solidFill>
            <a:srgbClr val="D1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943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Arquitetura da solução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de franquias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1EFFF"/>
                </a:solidFill>
                <a:latin typeface="Arial"/>
              </a:rPr>
              <a:t>RunMyFranchise — SAP BTP |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417320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43560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v2 · Atualizado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INTERNAL – SAP and Partners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0" y="65836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64008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A86"/>
                </a:solidFill>
                <a:latin typeface="Arial"/>
              </a:rPr>
              <a:t>Arquitetura da solução de franquias — atualizada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37160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78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51008" y="15544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Joule  ·  MCP  ·  8 apps</a:t>
            </a:r>
          </a:p>
        </p:txBody>
      </p:sp>
      <p:pic>
        <p:nvPicPr>
          <p:cNvPr id="7" name="Picture 6" descr="arquitetura_solucao_franquia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95528"/>
            <a:ext cx="11649456" cy="55504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836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3548"/>
                </a:solidFill>
                <a:latin typeface="Arial"/>
              </a:rPr>
              <a:t>INTERNAL – SAP and Partners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836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354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